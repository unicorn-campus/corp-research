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818120"/>
            <a:ext cx="1463040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818120"/>
            <a:ext cx="1463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4555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Hooks Guide  |  corp-research@unicorn-campus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338560" y="78455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264640" y="78638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264640" y="78638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389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Hook이란? — 특정 순간에 자동으로 실행되는 규칙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389888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1389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쓰기 직전 등에 끼어들어  허용 · 차단 · 수정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6858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25880"/>
            <a:ext cx="6858000" cy="274320"/>
          </a:xfrm>
          <a:prstGeom prst="rectangl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PreToolUse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실행 직전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709928"/>
            <a:ext cx="6492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위험한 도구 호출 차단 (decision: block)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입력값 수정 후 실행 (updatedInput)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허용/거부 명시 (permissionDecision)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06640" y="1051560"/>
            <a:ext cx="6858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051560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0" y="1325880"/>
            <a:ext cx="6858000" cy="274320"/>
          </a:xfrm>
          <a:prstGeom prst="rectangl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051560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PostToolUse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1417320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 실행 직후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1709928"/>
            <a:ext cx="6492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결과 교체 (updatedToolOutput)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결과에 보충 설명 주입 (additionalContext)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실행됨 → 차단 효과 없음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133088"/>
            <a:ext cx="6858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133088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4407408"/>
            <a:ext cx="6858000" cy="274320"/>
          </a:xfrm>
          <a:prstGeom prst="rect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3308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UserPromptSubmit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4498848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전송 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91456"/>
            <a:ext cx="6492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민감정보 감지 → 전송 차단 (decision: block)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정책 자동 주입 (additionalContext)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corp-research 훅 2개 적용 이벤트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06640" y="4133088"/>
            <a:ext cx="685800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4133088"/>
            <a:ext cx="6858000" cy="54864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5" name="Shape 23"/>
          <p:cNvSpPr/>
          <p:nvPr/>
        </p:nvSpPr>
        <p:spPr>
          <a:xfrm>
            <a:off x="7406640" y="4407408"/>
            <a:ext cx="6858000" cy="274320"/>
          </a:xfrm>
          <a:prstGeom prst="rectangl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4133088"/>
            <a:ext cx="6492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SessionStart / Stop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89520" y="4498848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시작·종료 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89520" y="4791456"/>
            <a:ext cx="64922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시작 시: 컨텍스트·환경변수 설정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시: 빌드 실패 등 중단 가능 (Stop 이벤트)</a:t>
            </a:r>
            <a:endParaRPr lang="en-US" sz="1300" dirty="0"/>
          </a:p>
          <a:p>
            <a:pPr marL="342900" indent="-342900">
              <a:buSzPct val="100000"/>
              <a:buChar char="▶"/>
            </a:pPr>
            <a:r>
              <a:rPr lang="en-US" sz="1300" dirty="0">
                <a:solidFill>
                  <a:srgbClr val="5050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CLAUDE_ENV_FILE로 환경변수 영구 설정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264640" y="78638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389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출력(Output)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3898880" cy="292608"/>
          </a:xfrm>
          <a:prstGeom prst="roundRect">
            <a:avLst>
              <a:gd name="adj" fmla="val 15625"/>
            </a:avLst>
          </a:prstGeom>
          <a:solidFill>
            <a:srgbClr val="40415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1389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JSON을 stdout으로 출력하여 Claude에게 지시  —  exit code 2로도 차단 가능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1389888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6217920"/>
                <a:gridCol w="4480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출력 방법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효과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C29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이벤트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decision: "block"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프롬프트·도구 실행 차단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UserPromptSubmit · PreToolUse · Stop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284C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additionalContext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컨텍스트에 정보 주입 (보안 정책 등)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거의 모든 이벤트 (corp-research 사용)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permissionDecision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allow / deny / ask / defer 제어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PreToolUse 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updatedToolOutput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도구 실행 결과 교체·수정 (민감정보 제거 등)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PostToolUse 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continue: false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 세션 전체 즉시 중단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모든 이벤트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CLAUDE_ENV_FILE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0506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환경변수 영구 설정 (NODE_ENV, PATH 등)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636E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SessionStart · Setup · CwdChanged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434840"/>
            <a:ext cx="13898880" cy="347472"/>
          </a:xfrm>
          <a:prstGeom prst="roundRect">
            <a:avLst>
              <a:gd name="adj" fmla="val 15789"/>
            </a:avLst>
          </a:prstGeom>
          <a:solidFill>
            <a:srgbClr val="0284C7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4434840"/>
            <a:ext cx="1389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additionalContext 예제 — block-keyword.mjs (보안 정책 주입)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4828032"/>
            <a:ext cx="13898880" cy="2724912"/>
          </a:xfrm>
          <a:prstGeom prst="roundRect">
            <a:avLst>
              <a:gd name="adj" fmla="val 2685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892040"/>
            <a:ext cx="135331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readFileSync } </a:t>
            </a:r>
            <a:pPr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13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"node:fs";
</a:t>
            </a:r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readFileSync(0, </a:t>
            </a:r>
            <a:pPr indent="0" marL="0">
              <a:buNone/>
            </a:pPr>
            <a:r>
              <a:rPr lang="en-US" sz="13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"utf8"</a:t>
            </a:r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 catch {}
</a:t>
            </a:r>
            <a:pPr indent="0" marL="0">
              <a:buNone/>
            </a:pPr>
            <a:r>
              <a:rPr lang="en-US" sz="13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</a:t>
            </a:r>
            <a:pPr indent="0" marL="0">
              <a:buNone/>
            </a:pPr>
            <a:r>
              <a:rPr lang="en-US" sz="13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= `[사내 보안 정책]\n1. '포기', '망했어' 금지\n위반 시 작업 중단`;
</a:t>
            </a:r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process.stdout.write(JSON.stringify({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hookSpecificOutput: { hookEventName: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"UserPromptSubmit"</a:t>
            </a:r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additionalContext: policy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264640" y="78638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389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프로그램 개발 주의사항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3898880" cy="292608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1389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크로스 플랫폼 호환 · OS 알림 · 플러그인 등록 방식  —  실제 corp-research 적용 사례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5943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502920" cy="1920240"/>
          </a:xfrm>
          <a:prstGeom prst="roundRect">
            <a:avLst>
              <a:gd name="adj" fmla="val 18182"/>
            </a:avLst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078992"/>
            <a:ext cx="274320" cy="1920240"/>
          </a:xfrm>
          <a:prstGeom prst="rectangl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2763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Shell(bash) 대신 Node.js (.mjs) 사용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27632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Windows에서 Claude Code 훅 runner가 bash를 찾지 못해 무음 실패(fail-open)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.mjs 확장자 = ES Module 강제 + import 문법 사용 가능 + cross-platform 보장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63824"/>
            <a:ext cx="5943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163824"/>
            <a:ext cx="502920" cy="192024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3163824"/>
            <a:ext cx="274320" cy="1920240"/>
          </a:xfrm>
          <a:prstGeom prst="rect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71246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60120" y="325526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block 시 OS 팝업 표시 필요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12464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Desktop 새 세션에서 block reason UI가 표시되지 않음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Windows: PowerShell WScript.Shell.Popup (8초 자동 닫힘)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macOS: osascript display notification + Basso 사운드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5248656"/>
            <a:ext cx="5943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5248656"/>
            <a:ext cx="502920" cy="1920240"/>
          </a:xfrm>
          <a:prstGeom prst="roundRect">
            <a:avLst>
              <a:gd name="adj" fmla="val 18182"/>
            </a:avLst>
          </a:prstGeom>
          <a:solidFill>
            <a:srgbClr val="0284C7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5248656"/>
            <a:ext cx="274320" cy="1920240"/>
          </a:xfrm>
          <a:prstGeom prst="rectangl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579729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60120" y="5340096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plugin.json hooks 필드에 등록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5797296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hooks/hooks.json은 Desktop --setting-sources user 모드에서 미로딩 (GitHub #27398, 수정 계획 없음)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.claude-plugin/plugin.json의 hooks 필드에 직접 정의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${CLAUDE_PLUGIN_ROOT} 변수로 버전 업 시 경로 자동 추적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1078992"/>
            <a:ext cx="772668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1078992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block-pii.mjs — decision:block + OS 팝업 핵심 코드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1481328"/>
            <a:ext cx="7726680" cy="5138928"/>
          </a:xfrm>
          <a:prstGeom prst="roundRect">
            <a:avLst>
              <a:gd name="adj" fmla="val 1423"/>
            </a:avLst>
          </a:prstGeom>
          <a:solidFill>
            <a:srgbClr val="F5F5F7"/>
          </a:solidFill>
          <a:ln w="6350">
            <a:solidFill>
              <a:srgbClr val="DDDD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1554480"/>
            <a:ext cx="7452360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PII 감지 → block 출력
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process.stdout.write(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JSON.stringify({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"block"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reason,
    systemMessage: reason,
  })
);
</a:t>
            </a:r>
            <a:pPr indent="0" marL="0">
              <a:buNone/>
            </a:pPr>
            <a:r>
              <a:rPr lang="en-US" sz="1200" dirty="0">
                <a:solidFill>
                  <a:srgbClr val="008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OS 팝업 (Desktop block reason UI 보완)
</a:t>
            </a:r>
            <a:pPr indent="0" marL="0">
              <a:buNone/>
            </a:pPr>
            <a:r>
              <a:rPr lang="en-US" sz="1200" dirty="0">
                <a:solidFill>
                  <a:srgbClr val="000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(process.platform === </a:t>
            </a:r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"win32"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execFileSync(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"powershell"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"-NonInteractive"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"-Command"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`$wsh=New-Object -ComObject WScript.Shell;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$wsh.Popup('${msg}', 8, '보안 알림', 48)`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stdio: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315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"ignore"</a:t>
            </a:r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timeout: 10000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05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264640" y="78638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73152"/>
            <a:ext cx="1389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테스트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13898880" cy="292608"/>
          </a:xfrm>
          <a:prstGeom prst="roundRect">
            <a:avLst>
              <a:gd name="adj" fmla="val 15625"/>
            </a:avLst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85800"/>
            <a:ext cx="1389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 훅은 버전 업 + 재시작 후에만 반영됨  —  총 3단계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4511040" cy="521208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4511040" cy="594360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371600"/>
            <a:ext cx="4511040" cy="301752"/>
          </a:xfrm>
          <a:prstGeom prst="rectangl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423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414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패치 버전 올리고 플러그인 업데이트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4145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plugin.json의 version 필드를 올림 (예: 1.2.1 → 1.2.2)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창에 입력: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'patch 버전 올리고 플러그인 업데이트'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Claude가 자동으로 version bump + claude plugin update 수행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5605272"/>
            <a:ext cx="423672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5605272"/>
            <a:ext cx="405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patch 버전 올리고 플러그인 업데이트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59680" y="1078992"/>
            <a:ext cx="4511040" cy="521208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59680" y="1078992"/>
            <a:ext cx="4511040" cy="594360"/>
          </a:xfrm>
          <a:prstGeom prst="roundRect">
            <a:avLst>
              <a:gd name="adj" fmla="val 15385"/>
            </a:avLst>
          </a:prstGeom>
          <a:solidFill>
            <a:srgbClr val="0284C7"/>
          </a:solidFill>
          <a:ln/>
        </p:spPr>
      </p:sp>
      <p:sp>
        <p:nvSpPr>
          <p:cNvPr id="15" name="Shape 13"/>
          <p:cNvSpPr/>
          <p:nvPr/>
        </p:nvSpPr>
        <p:spPr>
          <a:xfrm>
            <a:off x="5059680" y="1371600"/>
            <a:ext cx="4511040" cy="301752"/>
          </a:xfrm>
          <a:prstGeom prst="rectangl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96840" y="1078992"/>
            <a:ext cx="423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242560" y="1737360"/>
            <a:ext cx="414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 재시작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42560" y="2377440"/>
            <a:ext cx="4145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변경사항은 Claude Code 재시작 후에만 적용됨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Claude Desktop 앱 종료 후 재시작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- 또는 터미널 claude 세션 종료 후 재시작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대화(New Chat)만으로는 훅이 갱신되지 않음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96840" y="5605272"/>
            <a:ext cx="423672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5288280" y="5605272"/>
            <a:ext cx="405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앱 종료 후 재시작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53600" y="1078992"/>
            <a:ext cx="4511040" cy="521208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53600" y="1078992"/>
            <a:ext cx="451104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</p:spPr>
      </p:sp>
      <p:sp>
        <p:nvSpPr>
          <p:cNvPr id="23" name="Shape 21"/>
          <p:cNvSpPr/>
          <p:nvPr/>
        </p:nvSpPr>
        <p:spPr>
          <a:xfrm>
            <a:off x="9753600" y="1371600"/>
            <a:ext cx="4511040" cy="301752"/>
          </a:xfrm>
          <a:prstGeom prst="rectangl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0760" y="1078992"/>
            <a:ext cx="423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936480" y="1737360"/>
            <a:ext cx="414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 조건 텍스트 입력하여 테스트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936480" y="2377440"/>
            <a:ext cx="4145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additionalContext 훅 확인: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system-reminder에 보안 정책 문구 포함 여부 확인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decision: block 훅 확인 (PII):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테스트용 카드번호 입력 → OS 팝업 + 차단 확인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예: 4532 0151 1283 0366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63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금지어 훅 확인: '포기' 입력 → 작업 중단 확인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90760" y="5605272"/>
            <a:ext cx="4236720" cy="566928"/>
          </a:xfrm>
          <a:prstGeom prst="roundRect">
            <a:avLst>
              <a:gd name="adj" fmla="val 9677"/>
            </a:avLst>
          </a:prstGeom>
          <a:solidFill>
            <a:srgbClr val="CCFBF1"/>
          </a:solidFill>
          <a:ln/>
        </p:spPr>
      </p:sp>
      <p:sp>
        <p:nvSpPr>
          <p:cNvPr id="28" name="Text 26"/>
          <p:cNvSpPr/>
          <p:nvPr/>
        </p:nvSpPr>
        <p:spPr>
          <a:xfrm>
            <a:off x="9982200" y="5605272"/>
            <a:ext cx="405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4532 0151 1283 0366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4264640" y="78638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CA3AF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2026-06-20T12:55:35Z</dcterms:created>
  <dcterms:modified xsi:type="dcterms:W3CDTF">2026-06-20T12:55:35Z</dcterms:modified>
</cp:coreProperties>
</file>